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stafa Othman" initials="MO" lastIdx="2" clrIdx="0">
    <p:extLst>
      <p:ext uri="{19B8F6BF-5375-455C-9EA6-DF929625EA0E}">
        <p15:presenceInfo xmlns:p15="http://schemas.microsoft.com/office/powerpoint/2012/main" userId="9ff623059e86b6f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DED5"/>
    <a:srgbClr val="D5A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2-08-12T18:29:59.578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fitToCurve" value="1"/>
    </inkml:brush>
  </inkml:definitions>
  <inkml:trace contextRef="#ctx0" brushRef="#br0">0 1112 93 0,'10'-11'218'0,"-10"0"-47"15,18 0-38-15,1-8-29 0,0 2-18 0,8 1-4 0,1-3-3 16,-9-3-2-16,9 2 0 0,0 4 1 0,0 0-2 15,0-6-8-15,-11 8-8 0,2-2-11 0,9-6-9 0,9 8-10 16,-9-2-4-16,9 0-4 0,-1-4-4 0,1 4 1 16,2 5-4-16,6-5-2 0,-8 1-2 0,1 5-11 0,-1 0 0 15,0-1 0-15,8 0 1 0,-17 5-2 0,10 1 0 16,-20 0 7-16,10 1-4 0,0 4-2 0,-9 0 1 0,-1 0 0 16,1 4 1-16,-2 1 1 0,3 6 1 0,-12 0-1 0,3 0 3 0,-2 9-2 15,-1 6 0-15,3 0 2 16,-11 5 0-16,0 0 0 0,0 1-3 0,-11-2 3 0,3 8-4 0,-12-2 2 0,3-4-3 0,6-7-1 31,-6 2 1-31,-2-2 0 0,1 2 0 0,-1-7 0 0,-9 1 0 16,0 6 0-16,-9-7 0 0,1 2-1 0,-12-8 0 15,12 2 0-15,-10 0-1 0,-1 0 0 0,1-6 1 0,-1 0 0 16,2-5 0-16,-2 1 0 0,1-6 2 0,-1 0 1 0,10 0 0 16,-10-6-1-16,10 1 1 0,1-5 4 0,8 0 3 15,0-6-2-15,0 0 1 0,10-4 0 0,-1-1-1 0,10-1-2 16,9-3-3-16,9-2-3 0,10 2 2 0,-1-7 0 0,1 2 0 15,-1 2-1-15,10-2 1 0,0 3 0 0,-1 2-2 0,10-2 0 16,1 6-1-16,-1 1-2 0,0-2 0 0,0 8-1 16,-9-2-2-16,8 5-1 0,1 0 0 0,-9 1 2 0,10 6-3 15,-11-2-1-15,-8 6 1 0,0-6 0 0,-1 6-5 16,1 0 1-16,-1 0 4 0,1 6-3 0,0-6 5 0,-2 6 2 16,3-6 5-16,-3 9-1 0,2-4-1 0,0 1 0 0,-1 5-5 15,1-6-10-15,-10 6-4 0,10-6-6 0,-10 4-3 16,10 2 0-16,-10 0 0 0,0 0 4 0,1-1 3 0,-1-1-1 15,0-4-2-15,1 6-3 0,-1-5-2 0,8-1 1 0,-17 1 1 16,20-1 2-16,-20 0 5 0,19-1 2 0,-10 2 4 16,-9 0 0-16,8-2 0 0,3 1-1 0,-11-5 0 15,0 0 2-15,8 0 0 0,-8 0-1 0,0 0 2 0,0-5 2 16,9 5 3-16,-9-4 3 0,0 4 2 0,9-12 2 0,1 3 0 16,8-7 1-16,-8-1 0 0,8 3 1 0,10-2 3 15,-9 0 1-15,9-4 2 0,0 4 2 0,-2 0-1 0,13-4-1 16,-11-1-1-16,-2-1-2 0,2 1 0 0,10 7-2 15,-11-8 0-15,1 6 0 0,0 2-1 0,-9 3 1 0,0 0 2 16,-1 0 1-16,-10 6 2 0,11-5 2 0,-10 4 0 16,2 2 3-16,-3 4 3 0,-8-5 3 0,0-1 1 0,9 6 4 15,-9 0 7-15,0 0 4 0,0 0 0 0,-9 0 0 0,9 0 0 16,-8 6-3-16,-3-1-10 0,-6 5-6 0,-2 5-3 16,1 7-3-16,-10-1-2 0,0 4-4 0,-10 6 2 0,11 1 0 15,-1 0-2-15,0-1 1 0,9 4-2 0,-9-2 0 16,0-3-1-16,11 1 0 0,-2 1-1 0,1 0 2 0,-1-7-1 15,0 2-1-15,1-2 2 0,8-5 0 0,-8 3-1 0,9-8-3 16,-1 1 1-16,1-1 1 0,-10 0 0 0,10-4-2 0,9 0 2 16,-9-6 2-16,-1 1-1 0,10-2-1 0,-9 2 0 15,9-6 0-15,0 0 1 0,0 4 0 0,0-4 1 16,0-4-2-16,9 4 25 0,-9-6-13 0,10 2-11 0,-1-2-5 16,-9-5-5-16,9-5-8 0,10 1-23 0,-10 0 13 0,10-7 9 15,-1 1 6-15,10-4 5 0,0 3 7 0,0 3 0 0,0-9-1 16,-9 8 0-16,9-1 1 0,-2 5-1 0,2-5 1 15,-9 7 2-15,0 3 0 0,-1 0 0 0,-9 0 0 0,1 6-1 16,-1 1-1-16,0 4-2 0,1 0-1 0,-1 0 3 0,0 0 0 16,1 4 2-16,8 1 1 0,-8 6 3 0,-1 5 1 15,-9-5 0-15,9 10-1 0,-1-12-2 16,-8 7 0-16,0 1 0 0,11 2-3 0,-11-3 0 0,8 1-2 0,-8-3 0 16,0-4 2-16,9 1 0 0,-9-5-1 0,11-1 0 0,-11 1 1 15,0-6 0-15,0 3-2 0,8-3 0 0,-8 7 0 16,9-7 1-16,2 0-1 0,6 0 1 0,2 0 3 15,9-7 9-15,-10 4-5 0,19-3-2 0,1-5-1 0,-1 6-3 16,-1-1 0-16,1-4-9 0,10-1 4 0,-19 2 1 0,9-2 2 16,-19 0 1-16,10 1-1 0,-9 0 2 0,0 6 1 15,-10-7-2-15,-1 5 2 0,-8 6 0 0,9-5-6 0,-9 5 1 16,0-5 1-16,0 5 3 0,0-6-4 0,0 6 3 0,0-5 7 16,0 1-2-16,-9 4 0 0,9 0-3 0,0-6 3 15,0 0-3-15,0 6 2 0,0-4-1 0,0 8-3 0,0-4 0 16,0 0 0-16,0 6-1 0,0-6-1 0,0 6 1 15,0-2 0-15,9 7 0 0,2-6-1 0,-11 6 1 0,-11 0 0 16,11-1 0-16,-9-1 2 0,9 2-1 0,0 0 2 16,0-6-1-16,0 11-1 0,0-12-1 0,9 1-2 0,-9 0 0 15,0-5-1-15,11 6 2 0,-11-6 1 0,8 0-1 0,-8-6 1 16,19-8 1-16,-10 4 0 0,10-7 0 0,9-4 1 16,-10 1 1-16,10 4 1 0,-9-4 0 0,-1-1-2 0,1 5-1 15,-2-1 0-15,-6 7 0 0,6-4-1 0,-6 3 0 16,-2 0-1-16,-1 0 2 0,3 6-1 0,-11 1 0 0,8 4 0 15,-8 0-1-15,0 0 1 0,0 0-2 0,0 0 2 0,0 4-1 16,-8 1 2-16,8 6 2 0,-11 0 3 0,11 5 2 16,0-2-1-16,0 2-2 0,0 6 0 0,0-1 0 0,0-6-1 15,0 1-3-15,0 5 0 0,0-12 0 0,0 7 0 0,0-5-1 16,0-2 1-16,0-2 2 0,0 2-1 0,11-4-1 16,-11-5 0-16,0 6-3 0,8-6 1 0,-8 0 0 0,9 0-1 15,0 0 0-15,19-6 2 0,-9 6 2 0,9-5-2 0,0-4-1 16,9 2 1-16,-9-2 1 0,9-2 0 0,-1 6-3 15,-8-6 1-15,0 2-1 0,0 3-2 0,-9 2 5 16,-1-2-5-16,-9 6-2 0,1-5 0 0,-10 5 0 0,9 0 0 16,-9 0-3-16,-9 5 4 0,-1-5 4 0,-8 10 3 0,-1-4 4 15,1 3 0-15,-10 7 1 16,0-5 1-16,1-2 3 0,7 7 1 0,-8-11-2 0,11 6-1 0,-2 0 2 0,10-5-3 16,0-3-5-16,9 4 0 0,0-3-2 0,9-4 2 0,0 6-2 15,1 0-4-15,-1-6 3 0,8 4-3 0,11 1-2 16,-8-5-7-16,7 0-5 0,-9 0-3 0,1 0-5 15,0 0-4-15,-1 0-2 0,10 0 3 0,-9 0 4 0,-10-9 2 16,10 3 6-16,-1 0 4 0,-8-5 5 0,8 8 1 16,-8-8 2-16,8 0 3 0,-10 0 1 0,3 2 0 0,-3-1 2 15,12 4 1-15,-12-5 1 0,1 6 2 0,2-1 4 0,-3 1 1 16,-8 0 1-16,9 5-1 0,-9 0 4 0,9-4-6 0,-9 4-1 16,0 0-1-16,0 0-1 0,0 4-2 0,0-4-2 15,0 0 1-15,0 5-1 0,-9 0 1 0,9-5-2 16,-9 6 1-16,1 5 0 0,-3-6 0 0,11 1 3 0,-9-3-2 15,9 4 1 1,-8-3-1-16,8 1-2 0,0-5 0 0,0 5-5 0,8-5 1 0,-8 0-1 0,9 0 1 0,-9 0 3 16,19 0 1-16,-1-5 1 0,1 0 1 0,0 1 0 0,9-3-2 15,-1 4-2-15,1-3 1 0,-9 1-2 0,9 5 0 16,-11-6-2-16,-6 1-1 0,6-1 2 0,-6 1-2 0,6 0 1 16,-17 5 3-16,10-4 1 0,-1 4-1 0,0 0 0 0,0-6 2 15,1 2 0-15,8-2-1 16,-8 1 0-16,-1-6 1 0,0 0 1 0,1 2 0 0,8 3 2 0,-9-4 2 0,1 5 2 15,-10 0 4-15,0-1 1 0,9 1 1 0,-9 5 1 0,0 0 0 32,0 0-1-32,-9 0 0 0,9 0-6 0,0 5 0 0,-10 1 0 0,1 4-2 0,9 6-2 0,-9-7 0 15,0 7 1-15,9 1-2 0,-10-7 1 0,20 4-1 0,-10-3 2 16,9 0-4-16,0 5 2 0,-9-7-2 0,9-4 0 0,1 6 0 16,-1 0-5-16,0-5 3 0,-9-3-2 0,10 4-1 15,-10-7-1-15,0 0-3 0,9 0 4 0,-9 4 1 0,0-4 3 16,0 0 3-16,0 0 2 0,0 0 5 0,0 0 0 0,0 0-1 15,0-4 1-15,0 4-3 0,0 0-1 0,-9 0 1 16,9 0-2-16,0 4-1 0,0-4-15 0,0 0 8 16,0 6 2-16,0 0 1 0,0-6 0 0,0 9 1 0,0-3 13 15,0-1-7-15,-10 0-3 16,10 6-1-16,-9-5-2 0,9 4 0 0,-9-6 0 0,9 1-2 0,-10 0 1 0,1 1-1 16,-9-1 2-16,-1 1 2 0,0-1-2 0,1 1 2 0,-10-2 0 15,9 2 0-15,2-2-1 0,-11 1 1 0,8-5 1 0,3 5 2 16,-2-5 1-16,10 6 2 0,-1-6-1 0,1 0 0 15,9 5-1-15,-9-5-5 0,9 0-1 0,0 0 5 0,9 0-5 16,-9 0-1-16,0 0-2 0,9 0 2 16,1 0 1-16,-10 0-8 0,18 0 2 0,-8-5 3 0,-1 5 1 0,-1 0 2 15,1-6 0-15,2 6 3 0,-11 0 1 0,8-5 0 0,-8 5-1 16,0 0 0-16,9-5-1 0,-9 1 2 0,0 4 2 16,0 0 3-16,-9 0 0 0,9 0 2 0,0 0-1 15,0 0 1 1,0-6-2-16,0 6 1 0,-8 0 2 0,8 0 0 0,0 0-1 15,0 0-1-15,0 0-3 0,0 0-3 0,0 0 0 16,0 0-4-16,0 0-1 0,0 0 1 0,0 0-2 0,-11 6-1 16,11-6-3-16,0 0 2 0,-9 0 2 0,9 4 0 0,-8 1 2 15,-1 6 0-15,-10 0 0 0,0 3 0 0,1 3 0 16,-1-2 0-16,1-4 0 0,-1 5 1 0,0 0 2 0,1-2-3 0,8-3 0 0,1 0 0 0,9-1-1 16,0 0 0-16,0-5 0 0,0 0 0 0,9 1 1 15,-9-1 2-15,10 1 1 0,-1-6-2 16,0 0-1-16,-9 5 1 0,19-5 1 0,-19 6-1 0,9-6 2 0,1 3 1 0,-1-3 3 15,0-3 0-15,0 3 3 0,10 0 1 0,-10-11 0 16,1 5 0-16,8-5-1 0,1 1 3 0,-2 0-4 0,11-5-2 16,-9 4-1-16,9 0-1 0,-10-4-3 0,10-2-4 15,0 3 0-15,0-1 3 0,9-1 2 0,1 0 0 0,-12 0 1 16,21 5 2-16,-10-4 0 0,0 5 0 0,1-1-3 0,-10 6 1 16,9-1 2-16,0 1 2 0,-1 0-2 0,1 5-2 15,1 0 10-15,-1 5-2 0,0 6-2 0,8 0 0 0,-6 0 0 16,-11 3-1-16,8 2-7 0,1 0 0 0,-9 4 0 0,0-4 0 15,0 0-1-15,0 0 0 0,-10 0 0 0,1-7-1 16,9 2 0-16,0 0 1 0,0-6 1 0,-2-5 3 16,12 0 2-16,-1-11 6 0,0 0 5 0,10-13 7 0,-2-3 13 15,2-11 13-15,-10-7 14 16,9-7 8-16,-9-12 6 0,1 1 7 0,-10-9-4 0,-11-1-10 0,3 1-12 0,-3-7-13 16,2 6-11-16,-10-5-15 0,10 0-9 0,-1 4-7 0,1 2-2 15,-10 10 0-15,10 4 1 0,-10 6 2 0,10 10 7 0,-19 6 7 16,0 4-3-16,9 7 2 0,-9 5-2 0,0 3-3 15,0 2-7-15,0 4-1 0,0 2 1 0,0 2 0 16,0 7-4-16,0-6-1 0,-9 12-2 0,0 1-5 16,-10 2-3-16,-9 11-2 0,-9 7-1 0,1 4 6 0,-12 11 2 0,12-1 1 15,-11 13 1-15,10-2 2 0,9-1 2 0,0 1-4 16,1-6 1-16,17 8-1 0,1-8 0 0,9-5-4 0,9 2 0 16,1-7-1-16,8-6-1 0,1-2-3 0,9-4-1 15,-10-7 3-15,19-1 0 0,-9-7 2 0,0-3 3 0,-1-6 3 16,10 0 0-16,-9 0-1 0,-9-6 1 0,9-3 2 15,-10-2-3-15,1 0-1 16,0 0 5-16,-10-3-3 0,10-2-6 0,-10 5-17 0,0-5-29 0,-9 7-38 0,9-1-48 0,1-1-50 16,-1 5-51-16,-1 1-55 0,-8 5-74 0,0 0-115 15,0 0-111-15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DC7B4-47A3-416F-84F6-901BB81D7CB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6566-03B0-4067-AC7E-73502B5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081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DC7B4-47A3-416F-84F6-901BB81D7CB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6566-03B0-4067-AC7E-73502B5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75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DC7B4-47A3-416F-84F6-901BB81D7CB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6566-03B0-4067-AC7E-73502B5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24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DC7B4-47A3-416F-84F6-901BB81D7CB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6566-03B0-4067-AC7E-73502B5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87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DC7B4-47A3-416F-84F6-901BB81D7CB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6566-03B0-4067-AC7E-73502B5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894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DC7B4-47A3-416F-84F6-901BB81D7CB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6566-03B0-4067-AC7E-73502B5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27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DC7B4-47A3-416F-84F6-901BB81D7CB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6566-03B0-4067-AC7E-73502B5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3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DC7B4-47A3-416F-84F6-901BB81D7CB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6566-03B0-4067-AC7E-73502B5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017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DC7B4-47A3-416F-84F6-901BB81D7CB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6566-03B0-4067-AC7E-73502B5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17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DC7B4-47A3-416F-84F6-901BB81D7CB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6566-03B0-4067-AC7E-73502B5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787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DC7B4-47A3-416F-84F6-901BB81D7CB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6566-03B0-4067-AC7E-73502B5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743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DC7B4-47A3-416F-84F6-901BB81D7CB7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E6566-03B0-4067-AC7E-73502B5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69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blackboard&#10;&#10;Description automatically generated">
            <a:extLst>
              <a:ext uri="{FF2B5EF4-FFF2-40B4-BE49-F238E27FC236}">
                <a16:creationId xmlns:a16="http://schemas.microsoft.com/office/drawing/2014/main" id="{D48B21F8-A391-4CA4-B3C8-D2F11CCC6A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9" t="9520" r="8061" b="24464"/>
          <a:stretch/>
        </p:blipFill>
        <p:spPr>
          <a:xfrm>
            <a:off x="56051" y="1"/>
            <a:ext cx="9087949" cy="68579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0F779C69-34E7-49E4-BA20-C6D98BD40F14}"/>
              </a:ext>
            </a:extLst>
          </p:cNvPr>
          <p:cNvSpPr txBox="1"/>
          <p:nvPr/>
        </p:nvSpPr>
        <p:spPr>
          <a:xfrm>
            <a:off x="1063690" y="3784228"/>
            <a:ext cx="7461026" cy="1529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24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rial Narrow" panose="020B0606020202030204" pitchFamily="34" charset="0"/>
                <a:cs typeface="Aparajita" panose="02020603050405020304" pitchFamily="18" charset="0"/>
              </a:rPr>
              <a:t>has successfully completed all requirements and criteria for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24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cs typeface="Arial" panose="020B0604020202020204" pitchFamily="34" charset="0"/>
              </a:rPr>
              <a:t>“</a:t>
            </a:r>
            <a:r>
              <a:rPr lang="en-US" sz="20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cs typeface="Arial" panose="020B0604020202020204" pitchFamily="34" charset="0"/>
              </a:rPr>
              <a:t>Networking Fundamentals and Switching Technologies – Training Program</a:t>
            </a:r>
            <a:r>
              <a:rPr lang="en-US" sz="24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cs typeface="Arial" panose="020B0604020202020204" pitchFamily="34" charset="0"/>
              </a:rPr>
              <a:t>”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12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cs typeface="Arial" panose="020B0604020202020204" pitchFamily="34" charset="0"/>
              </a:rPr>
              <a:t>Comprehensive coverage of Introduction to Networks (ITN), including VLANs, Inter-VLAN Routing, Spanning Tree Protocol (STP), EtherChannel, and DHCPv4/DHCPv6 configuration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13A3737-4DC6-477E-90CD-93DA625AF2C1}"/>
              </a:ext>
            </a:extLst>
          </p:cNvPr>
          <p:cNvSpPr txBox="1"/>
          <p:nvPr/>
        </p:nvSpPr>
        <p:spPr>
          <a:xfrm>
            <a:off x="1758697" y="3198400"/>
            <a:ext cx="5921828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3200" spc="68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Aparajita" panose="02020603050405020304" pitchFamily="18" charset="0"/>
                <a:ea typeface="Adobe Fangsong Std R" panose="02020400000000000000" pitchFamily="18" charset="-128"/>
                <a:cs typeface="Aparajita" panose="02020603050405020304" pitchFamily="18" charset="0"/>
              </a:rPr>
              <a:t>Abdulaziz </a:t>
            </a:r>
            <a:r>
              <a:rPr lang="en-US" sz="3200" spc="68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Aparajita" panose="02020603050405020304" pitchFamily="18" charset="0"/>
                <a:ea typeface="Adobe Fangsong Std R" panose="02020400000000000000" pitchFamily="18" charset="-128"/>
                <a:cs typeface="Aparajita" panose="02020603050405020304" pitchFamily="18" charset="0"/>
              </a:rPr>
              <a:t>hisham</a:t>
            </a:r>
            <a:r>
              <a:rPr lang="en-US" sz="3200" spc="68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Aparajita" panose="02020603050405020304" pitchFamily="18" charset="0"/>
                <a:ea typeface="Adobe Fangsong Std R" panose="02020400000000000000" pitchFamily="18" charset="-128"/>
                <a:cs typeface="Aparajita" panose="02020603050405020304" pitchFamily="18" charset="0"/>
              </a:rPr>
              <a:t> </a:t>
            </a:r>
            <a:r>
              <a:rPr lang="en-US" sz="3200" spc="68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Aparajita" panose="02020603050405020304" pitchFamily="18" charset="0"/>
                <a:ea typeface="Adobe Fangsong Std R" panose="02020400000000000000" pitchFamily="18" charset="-128"/>
                <a:cs typeface="Aparajita" panose="02020603050405020304" pitchFamily="18" charset="0"/>
              </a:rPr>
              <a:t>hazza</a:t>
            </a:r>
            <a:endParaRPr lang="en-US" sz="3200" spc="68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Aparajita" panose="02020603050405020304" pitchFamily="18" charset="0"/>
              <a:ea typeface="Adobe Fangsong Std R" panose="02020400000000000000" pitchFamily="18" charset="-128"/>
              <a:cs typeface="Aparajita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80C19C4-EAB6-41F6-9A65-563D6E28AE70}"/>
              </a:ext>
            </a:extLst>
          </p:cNvPr>
          <p:cNvGrpSpPr/>
          <p:nvPr/>
        </p:nvGrpSpPr>
        <p:grpSpPr>
          <a:xfrm>
            <a:off x="1609257" y="442022"/>
            <a:ext cx="5921828" cy="1407725"/>
            <a:chOff x="2146475" y="672083"/>
            <a:chExt cx="7895771" cy="1782396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757F15A2-3CA8-473E-A811-D14D68DAC821}"/>
                </a:ext>
              </a:extLst>
            </p:cNvPr>
            <p:cNvSpPr/>
            <p:nvPr/>
          </p:nvSpPr>
          <p:spPr>
            <a:xfrm>
              <a:off x="3790960" y="2214374"/>
              <a:ext cx="690454" cy="22421"/>
            </a:xfrm>
            <a:prstGeom prst="roundRect">
              <a:avLst/>
            </a:prstGeom>
            <a:solidFill>
              <a:srgbClr val="BBDED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>
                <a:solidFill>
                  <a:schemeClr val="bg1"/>
                </a:solidFill>
                <a:latin typeface="Arial Nova Cond" panose="020B0604020202020204" pitchFamily="34" charset="0"/>
              </a:endParaRP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8DD56378-0B28-4FAE-BFFC-03D53B22236A}"/>
                </a:ext>
              </a:extLst>
            </p:cNvPr>
            <p:cNvSpPr/>
            <p:nvPr/>
          </p:nvSpPr>
          <p:spPr>
            <a:xfrm>
              <a:off x="7710587" y="2214374"/>
              <a:ext cx="690566" cy="22421"/>
            </a:xfrm>
            <a:prstGeom prst="roundRect">
              <a:avLst/>
            </a:prstGeom>
            <a:solidFill>
              <a:srgbClr val="BBDED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>
                <a:solidFill>
                  <a:schemeClr val="bg1"/>
                </a:solidFill>
                <a:latin typeface="Arial Nova Cond" panose="020B0604020202020204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A235AEE-6F1B-47B0-884B-A8C29F3190A4}"/>
                </a:ext>
              </a:extLst>
            </p:cNvPr>
            <p:cNvSpPr/>
            <p:nvPr/>
          </p:nvSpPr>
          <p:spPr>
            <a:xfrm>
              <a:off x="2449364" y="1975626"/>
              <a:ext cx="7293272" cy="478853"/>
            </a:xfrm>
            <a:prstGeom prst="rect">
              <a:avLst/>
            </a:prstGeom>
          </p:spPr>
          <p:txBody>
            <a:bodyPr vert="horz" lIns="0" tIns="0" rIns="0" bIns="0" rtlCol="0" anchor="ctr">
              <a:normAutofit/>
            </a:bodyPr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sz="1600" b="1" spc="120" dirty="0">
                  <a:solidFill>
                    <a:schemeClr val="bg1"/>
                  </a:solidFill>
                  <a:latin typeface="Arial Nova Cond" panose="020B0604020202020204" pitchFamily="34" charset="0"/>
                  <a:ea typeface="+mj-ea"/>
                  <a:cs typeface="Arial" panose="020B0604020202020204" pitchFamily="34" charset="0"/>
                </a:rPr>
                <a:t>OF COMPLETION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E25C158-20BF-4F66-9BB2-9248FD3D4FEE}"/>
                </a:ext>
              </a:extLst>
            </p:cNvPr>
            <p:cNvSpPr txBox="1"/>
            <p:nvPr/>
          </p:nvSpPr>
          <p:spPr>
            <a:xfrm>
              <a:off x="2146475" y="672083"/>
              <a:ext cx="7895771" cy="1457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sz="4800" b="1" spc="68" dirty="0">
                  <a:solidFill>
                    <a:schemeClr val="bg1"/>
                  </a:solidFill>
                  <a:latin typeface="Arial Nova Cond" panose="020B0604020202020204" pitchFamily="34" charset="0"/>
                </a:rPr>
                <a:t>CERTIFICATE</a:t>
              </a: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786D70-1113-4C59-8001-698167276FFC}"/>
              </a:ext>
            </a:extLst>
          </p:cNvPr>
          <p:cNvCxnSpPr/>
          <p:nvPr/>
        </p:nvCxnSpPr>
        <p:spPr>
          <a:xfrm>
            <a:off x="2552216" y="5301002"/>
            <a:ext cx="4245429" cy="0"/>
          </a:xfrm>
          <a:prstGeom prst="line">
            <a:avLst/>
          </a:prstGeom>
          <a:ln>
            <a:solidFill>
              <a:schemeClr val="bg1">
                <a:lumMod val="9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28FFD33-F07F-C37E-54BF-7BCF8AA7E1E1}"/>
              </a:ext>
            </a:extLst>
          </p:cNvPr>
          <p:cNvSpPr txBox="1"/>
          <p:nvPr/>
        </p:nvSpPr>
        <p:spPr>
          <a:xfrm>
            <a:off x="550449" y="6072698"/>
            <a:ext cx="2292172" cy="595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14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Issued on: Jan 2026</a:t>
            </a:r>
            <a:endParaRPr lang="ar-EG" sz="14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105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Certificate ID: ITR-NET-2410-009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EE727-53C9-F8CE-808A-0E4C2F60D417}"/>
              </a:ext>
            </a:extLst>
          </p:cNvPr>
          <p:cNvSpPr txBox="1"/>
          <p:nvPr/>
        </p:nvSpPr>
        <p:spPr>
          <a:xfrm>
            <a:off x="6553780" y="5400404"/>
            <a:ext cx="1987262" cy="368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SIGNATURE</a:t>
            </a:r>
            <a:endParaRPr lang="en-US" sz="1600" b="1" spc="68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E8AB03-C4E1-280A-5FB7-9F558D87A86D}"/>
              </a:ext>
            </a:extLst>
          </p:cNvPr>
          <p:cNvSpPr txBox="1"/>
          <p:nvPr/>
        </p:nvSpPr>
        <p:spPr>
          <a:xfrm>
            <a:off x="6300265" y="6093058"/>
            <a:ext cx="2564616" cy="727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1600" i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Mostafa Othman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1600" i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Founder &amp; Lead Instructor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A02AC-6C58-0EAD-01EC-7D755C1BC3DB}"/>
              </a:ext>
            </a:extLst>
          </p:cNvPr>
          <p:cNvSpPr txBox="1"/>
          <p:nvPr/>
        </p:nvSpPr>
        <p:spPr>
          <a:xfrm>
            <a:off x="2996058" y="5365906"/>
            <a:ext cx="3860908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IT Learning and Troubleshooting </a:t>
            </a:r>
            <a:endParaRPr lang="en-US" sz="2000" b="1" spc="68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5B001C1-6BE1-E0C0-70CC-176FB445BE85}"/>
                  </a:ext>
                </a:extLst>
              </p14:cNvPr>
              <p14:cNvContentPartPr/>
              <p14:nvPr/>
            </p14:nvContentPartPr>
            <p14:xfrm>
              <a:off x="6715842" y="5654244"/>
              <a:ext cx="1825200" cy="525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5B001C1-6BE1-E0C0-70CC-176FB445BE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06842" y="5645244"/>
                <a:ext cx="1842840" cy="543240"/>
              </a:xfrm>
              <a:prstGeom prst="rect">
                <a:avLst/>
              </a:prstGeom>
            </p:spPr>
          </p:pic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EB14B91-17E0-FB45-7666-3B601887217E}"/>
              </a:ext>
            </a:extLst>
          </p:cNvPr>
          <p:cNvCxnSpPr>
            <a:cxnSpLocks/>
          </p:cNvCxnSpPr>
          <p:nvPr/>
        </p:nvCxnSpPr>
        <p:spPr>
          <a:xfrm>
            <a:off x="972584" y="6412661"/>
            <a:ext cx="1163587" cy="0"/>
          </a:xfrm>
          <a:prstGeom prst="line">
            <a:avLst/>
          </a:prstGeom>
          <a:ln>
            <a:solidFill>
              <a:schemeClr val="bg1">
                <a:lumMod val="9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7FC5742-F04A-347D-892E-E85ED6C9A1CB}"/>
              </a:ext>
            </a:extLst>
          </p:cNvPr>
          <p:cNvCxnSpPr>
            <a:cxnSpLocks/>
          </p:cNvCxnSpPr>
          <p:nvPr/>
        </p:nvCxnSpPr>
        <p:spPr>
          <a:xfrm>
            <a:off x="6856966" y="6649618"/>
            <a:ext cx="1163587" cy="0"/>
          </a:xfrm>
          <a:prstGeom prst="line">
            <a:avLst/>
          </a:prstGeom>
          <a:ln>
            <a:solidFill>
              <a:schemeClr val="bg1">
                <a:lumMod val="9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567664A-D5D0-8180-61A2-DCE4C3E417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633" y="1848837"/>
            <a:ext cx="1563957" cy="15147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9B6A1E-ABC5-5F6A-9D36-2071B75BB7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586" y="453592"/>
            <a:ext cx="1703781" cy="117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0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591</TotalTime>
  <Words>72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Aparajita</vt:lpstr>
      <vt:lpstr>Arial</vt:lpstr>
      <vt:lpstr>Arial Narrow</vt:lpstr>
      <vt:lpstr>Arial Nova Cond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Rayappan J</dc:creator>
  <cp:lastModifiedBy>Mostafa Othman</cp:lastModifiedBy>
  <cp:revision>51</cp:revision>
  <dcterms:created xsi:type="dcterms:W3CDTF">2021-02-20T07:45:14Z</dcterms:created>
  <dcterms:modified xsi:type="dcterms:W3CDTF">2026-01-17T19:27:36Z</dcterms:modified>
</cp:coreProperties>
</file>